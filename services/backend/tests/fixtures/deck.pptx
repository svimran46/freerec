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Launch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Ship the image tools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